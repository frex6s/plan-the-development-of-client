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Montserrat-bold.fntdata"/><Relationship Id="rId10" Type="http://schemas.openxmlformats.org/officeDocument/2006/relationships/slide" Target="slides/slide5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4a4acc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ef4a4acc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f4a4acca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f4a4acca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4a4acca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ef4a4acca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f4a4acca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f4a4acca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f4a4acca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f4a4acca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92800" y="15375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PRÉSENTATION</a:t>
            </a:r>
            <a:b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fr" sz="3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Menu Maker by Qwenta</a:t>
            </a:r>
            <a:endParaRPr b="1" i="0" sz="3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Sueur Cris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30/06/2026</a:t>
            </a:r>
            <a:r>
              <a:rPr b="0" i="0" lang="fr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0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Aperçu de la maquette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Tableau Kanban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34775" y="1085525"/>
            <a:ext cx="8320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Mission : Développer le “Menu Maker”, une solution web intuitive pour Qwenta</a:t>
            </a:r>
            <a:endParaRPr i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Objectif utilisateur : Permettre aux restaurants de créer, mettre en page et diffuser leurs menus digitaux</a:t>
            </a:r>
            <a:endParaRPr i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Valeur ajoutée : Simplifier la gestion de l’identité visuelle du restaurant et faciliter la visibilité en ligne</a:t>
            </a:r>
            <a:endParaRPr i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43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600" y="340550"/>
            <a:ext cx="3079101" cy="45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5">
            <a:alphaModFix/>
          </a:blip>
          <a:srcRect b="1330" l="1550" r="-1550" t="-1330"/>
          <a:stretch/>
        </p:blipFill>
        <p:spPr>
          <a:xfrm>
            <a:off x="3805501" y="742945"/>
            <a:ext cx="521017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88" y="366700"/>
            <a:ext cx="2257425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5">
            <a:alphaModFix/>
          </a:blip>
          <a:srcRect b="4104" l="0" r="0" t="0"/>
          <a:stretch/>
        </p:blipFill>
        <p:spPr>
          <a:xfrm>
            <a:off x="3380050" y="366700"/>
            <a:ext cx="2383900" cy="441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6">
            <a:alphaModFix/>
          </a:blip>
          <a:srcRect b="4104" l="0" r="0" t="0"/>
          <a:stretch/>
        </p:blipFill>
        <p:spPr>
          <a:xfrm>
            <a:off x="6499550" y="366700"/>
            <a:ext cx="2363100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6450" y="361950"/>
            <a:ext cx="5971101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375" y="1081350"/>
            <a:ext cx="2697250" cy="29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Montserrat"/>
              <a:buChar char="●"/>
            </a:pPr>
            <a:r>
              <a:rPr b="1" lang="fr" sz="52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Cadre méthodologique : Scrum </a:t>
            </a:r>
            <a:endParaRPr b="1" sz="52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fr" sz="44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Une approche itérative et collaborative centrée sur les besoins du client </a:t>
            </a:r>
            <a:endParaRPr sz="44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44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Objectif des Sprints : Livrer à la fin de chaque cycle un incrément de produit testable et validable (ex: Sprint 1 = User Stories &amp; Architecture ; Sprint 2 = Maquettes et Spécifications fonctionnelles). 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b="1" lang="fr" sz="5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rituels Scrum mis en place </a:t>
            </a:r>
            <a:endParaRPr b="1" sz="5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Sprint Planning</a:t>
            </a:r>
            <a:r>
              <a:rPr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(Planification) 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Sprint Review &amp; Retrospective</a:t>
            </a:r>
            <a:r>
              <a:rPr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(Démonstration à Qwenta et amélioration continue) 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Montserrat"/>
              <a:buChar char="●"/>
            </a:pPr>
            <a:r>
              <a:rPr b="1" lang="fr" sz="52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Avantages de cette approche pour le projet Menu Maker.</a:t>
            </a:r>
            <a:endParaRPr b="1" sz="52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Réduction des risques : Validation progressive des livrables (évite l'effet "tunnel" où l'on travaille dans son coin sans retours). 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Flexibilité : Capacité d'adapter l'outil Menu Maker en fonction des retours de Qwenta au fil de l'eau. 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Suivi du projet avec le Kanban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102" y="997650"/>
            <a:ext cx="5112497" cy="37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2537550" y="1017725"/>
            <a:ext cx="4068900" cy="4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ontserrat"/>
              <a:buChar char="●"/>
            </a:pPr>
            <a:r>
              <a:rPr b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 d'application :</a:t>
            </a:r>
            <a:r>
              <a:rPr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Solution SaaS (Software as a Service) web, 100% </a:t>
            </a: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Responsive</a:t>
            </a:r>
            <a:r>
              <a:rPr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(adaptée aux ordinateurs pour les restaurateurs et aux smartphones pour les clients).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Sécurité &amp; RGPD :</a:t>
            </a:r>
            <a:r>
              <a:rPr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Chiffrement des données de connexion des restaurateurs et conformité européenne.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Services tiers (APIs) :</a:t>
            </a:r>
            <a:r>
              <a:rPr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Intégration t d'un outil d'export PDF (pour l'impression des menus).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38" y="1017725"/>
            <a:ext cx="6939130" cy="40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34725" y="11222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434775" y="1069325"/>
            <a:ext cx="6183000" cy="4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Montserrat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de classification :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Organisation en 2 axes complémentaires : </a:t>
            </a:r>
            <a:endParaRPr sz="11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Montserrat"/>
              <a:buChar char="○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Axe 1 :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Développement Web Général (Veille technologique globale, UI/UX, bonnes pratiques).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Axe 2 :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Menu Maker (Veille ciblée sur la stack technique du projet : Front, Back, et Données).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Montserrat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Axe 1 (Général) :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Frontend Focus/ Smashing Magazine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Objectif : Suivre les tendances d'intégration et d'UX pour concevoir une interface de création de menus moderne et fluide.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Axe 2 (Dédié Menu Maker) 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Node Weekly / Journey to SQL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Objectif : Garantir la sécurité de l'API et optimiser la structure de la base de données </a:t>
            </a:r>
            <a:endParaRPr sz="1100" u="none" cap="none" strike="noStrike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1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5649" y="1017726"/>
            <a:ext cx="2202550" cy="402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1700" y="1622275"/>
            <a:ext cx="8520600" cy="18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Choix d'architecture 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veille sur l'écosystème JavaScript et SQL a conforté le choix d'une architecture SaaS robuste et sécurisée.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 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L'analyse des bonnes pratiques lues sur ces flux a permis d'optimiser les temps de réponse lors de l'enregistrement d'un menu par le restaurateur. Elle permet également d'être averti rapidement lorsqu'une faille de sécurité est découverte.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511800" y="1288025"/>
            <a:ext cx="83205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Montserrat"/>
              <a:buChar char="●"/>
            </a:pPr>
            <a:r>
              <a:rPr b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Cadrage et besoins validés :</a:t>
            </a: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Compréhension globale des attentes de Qwenta et des restaurateurs pour la solution SaaS Menu Maker.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Méthodologie Agile (Scrum) maîtrisée :</a:t>
            </a: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Structuration du projet en Sprints de 2 semaines, assurant flexibilité, suivi transparent et réduction des risques.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Architecture technique et fonctionnelle solide :</a:t>
            </a: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Conception d'une arborescence utilisateur fluide et d'un flux de données serveur/base de données optimisé et sécurisé.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/>
        </p:nvSpPr>
        <p:spPr>
          <a:xfrm>
            <a:off x="2411475" y="21258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